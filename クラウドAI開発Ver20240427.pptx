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cBkQ27ebwigLxbF4cX6WCsOf/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 スライド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1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2" name="Google Shape;32;p13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411"/>
              </a:schemeClr>
            </a:solidFill>
            <a:ln>
              <a:noFill/>
            </a:ln>
          </p:spPr>
        </p:sp>
        <p:cxnSp>
          <p:nvCxnSpPr>
            <p:cNvPr id="33" name="Google Shape;33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" name="Google Shape;35;p1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294"/>
              </a:schemeClr>
            </a:solidFill>
            <a:ln>
              <a:noFill/>
            </a:ln>
          </p:spPr>
        </p:sp>
        <p:sp>
          <p:nvSpPr>
            <p:cNvPr id="36" name="Google Shape;36;p1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7" name="Google Shape;37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6D1D6B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1D6B">
                <a:alpha val="49411"/>
              </a:srgbClr>
            </a:solidFill>
            <a:ln>
              <a:noFill/>
            </a:ln>
          </p:spPr>
        </p:sp>
        <p:sp>
          <p:nvSpPr>
            <p:cNvPr id="39" name="Google Shape;39;p1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411"/>
              </a:schemeClr>
            </a:solidFill>
            <a:ln>
              <a:noFill/>
            </a:ln>
          </p:spPr>
        </p:sp>
        <p:sp>
          <p:nvSpPr>
            <p:cNvPr id="40" name="Google Shape;40;p1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2EB1">
                <a:alpha val="80000"/>
              </a:srgbClr>
            </a:solidFill>
            <a:ln>
              <a:noFill/>
            </a:ln>
          </p:spPr>
        </p:sp>
        <p:sp>
          <p:nvSpPr>
            <p:cNvPr id="41" name="Google Shape;41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6D1D6B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13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キャプション">
  <p:cSld name="タイトルとキャプション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用 (キャプション付き)">
  <p:cSld name="引用 (キャプション付き)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D663D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D663D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名札">
  <p:cSld name="名札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用付きの名札">
  <p:cSld name="引用付きの名札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5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D663D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D663D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真または偽">
  <p:cSld name="真または偽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1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11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294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Google Shape;14;p11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Google Shape;15;p1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6D1D6B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1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1D6B">
                <a:alpha val="49411"/>
              </a:srgb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Google Shape;17;p11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411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Google Shape;18;p11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2EB1">
                <a:alpha val="80000"/>
              </a:srgb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Google Shape;19;p1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6D1D6B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jp/rekogni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ws.amazon.com/jp/transla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クラウドAI開発</a:t>
            </a:r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 txBox="1"/>
          <p:nvPr/>
        </p:nvSpPr>
        <p:spPr>
          <a:xfrm>
            <a:off x="677333" y="2160589"/>
            <a:ext cx="9408775" cy="43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制作体験コンテンツ</a:t>
            </a:r>
            <a:r>
              <a:rPr lang="en-US" sz="3200">
                <a:solidFill>
                  <a:schemeClr val="dk1"/>
                </a:solidFill>
              </a:rPr>
              <a:t>①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クラウド・ＡＩを使った新しいサービスの開発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</a:pPr>
            <a:r>
              <a:rPr lang="en-US" sz="4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本日のメニュー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</a:pPr>
            <a:r>
              <a:rPr lang="en-US"/>
              <a:t>本日の体験内容</a:t>
            </a:r>
            <a:endParaRPr/>
          </a:p>
        </p:txBody>
      </p:sp>
      <p:sp>
        <p:nvSpPr>
          <p:cNvPr id="170" name="Google Shape;170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53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フロントエンド（HTML/CSS/JavaScript）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バックエンド（サーバー・DB・Java・PHP）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highlight>
                  <a:srgbClr val="FF00FF"/>
                </a:highlight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（Python・生成AI・GPT・データ分析）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highlight>
                  <a:srgbClr val="FF00FF"/>
                </a:highlight>
                <a:latin typeface="Arial"/>
                <a:ea typeface="Arial"/>
                <a:cs typeface="Arial"/>
                <a:sym typeface="Arial"/>
              </a:rPr>
              <a:t>クラウド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（AWS・GCP・Azure）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インフラ（ネットワーク・セキュリティ）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資格取得（基本情報技術者試験・Java・AWS・Oracleなど）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IoT（センサー・通信・クラウド連携・PID制御）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XR・メタバース（開発エンジン・ビジネスモデル研究）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などなど（専攻、年次によります）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クラウドってなんでしょう？</a:t>
            </a:r>
            <a:endParaRPr/>
          </a:p>
        </p:txBody>
      </p:sp>
      <p:pic>
        <p:nvPicPr>
          <p:cNvPr id="176" name="Google Shape;176;p6" descr="AWS・Azure・GCPの3大クラウド比較！違いや強み・料金を簡単に解説 - Value Note - わかる、なるほどなIT知識。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33903" y="2160588"/>
            <a:ext cx="6284231" cy="388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インターネット上でいろいろなサービスを提供しています！</a:t>
            </a:r>
            <a:endParaRPr/>
          </a:p>
        </p:txBody>
      </p:sp>
      <p:pic>
        <p:nvPicPr>
          <p:cNvPr id="182" name="Google Shape;182;p7" descr="AWS vs Azure vs Google Clou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82161" y="2160588"/>
            <a:ext cx="7387716" cy="388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今回は！</a:t>
            </a:r>
            <a:endParaRPr/>
          </a:p>
        </p:txBody>
      </p:sp>
      <p:pic>
        <p:nvPicPr>
          <p:cNvPr id="188" name="Google Shape;188;p8" descr="パソコンのフリーイラスト - ディスクトップとノート無料素材 - チコデザ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756" y="2045493"/>
            <a:ext cx="2836073" cy="276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8" descr="https://maasaablog.com/wp-content/uploads/2021/05/aw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6646" y="2399298"/>
            <a:ext cx="3810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2823099" y="2399298"/>
            <a:ext cx="2707690" cy="497150"/>
          </a:xfrm>
          <a:prstGeom prst="curvedDownArrow">
            <a:avLst>
              <a:gd name="adj1" fmla="val 21484"/>
              <a:gd name="adj2" fmla="val 61025"/>
              <a:gd name="adj3" fmla="val 62500"/>
            </a:avLst>
          </a:prstGeom>
          <a:solidFill>
            <a:schemeClr val="accent1"/>
          </a:solidFill>
          <a:ln w="19050" cap="rnd" cmpd="sng">
            <a:solidFill>
              <a:srgbClr val="6A1C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8"/>
          <p:cNvSpPr/>
          <p:nvPr/>
        </p:nvSpPr>
        <p:spPr>
          <a:xfrm rot="10800000">
            <a:off x="2715354" y="3961553"/>
            <a:ext cx="2707690" cy="497150"/>
          </a:xfrm>
          <a:prstGeom prst="curvedDownArrow">
            <a:avLst>
              <a:gd name="adj1" fmla="val 21484"/>
              <a:gd name="adj2" fmla="val 61025"/>
              <a:gd name="adj3" fmla="val 62500"/>
            </a:avLst>
          </a:prstGeom>
          <a:solidFill>
            <a:schemeClr val="accent1"/>
          </a:solidFill>
          <a:ln w="19050" cap="rnd" cmpd="sng">
            <a:solidFill>
              <a:srgbClr val="6A1C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1381055" y="1772615"/>
            <a:ext cx="5803365" cy="5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撮影した画像をAWSでAI処理</a:t>
            </a:r>
            <a:endParaRPr sz="3200" b="0" i="0" u="none" strike="noStrike" cap="non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1480792" y="4927599"/>
            <a:ext cx="5803365" cy="5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プログラムで結果を表示</a:t>
            </a:r>
            <a:endParaRPr sz="3200" b="0" i="0" u="none" strike="noStrike" cap="non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AWSでは様々なサービスを組み合わせてプログラミングできます</a:t>
            </a:r>
            <a:endParaRPr/>
          </a:p>
        </p:txBody>
      </p:sp>
      <p:sp>
        <p:nvSpPr>
          <p:cNvPr id="199" name="Google Shape;199;p9"/>
          <p:cNvSpPr txBox="1">
            <a:spLocks noGrp="1"/>
          </p:cNvSpPr>
          <p:nvPr>
            <p:ph type="body" idx="1"/>
          </p:nvPr>
        </p:nvSpPr>
        <p:spPr>
          <a:xfrm>
            <a:off x="677333" y="2160589"/>
            <a:ext cx="9408775" cy="43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Rekognition　	画像・映像分析サービス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Translate		翻訳サービス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Polly　			音声合成サービス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Bedrock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			生成AIサービス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Transcribe		音声認識サービス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Comprehend		自然言語処理サービス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　　　　　　　　　　　　　　　　　など・・・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今回はこちらのサービスを使って</a:t>
            </a:r>
            <a:br>
              <a:rPr lang="en-US"/>
            </a:br>
            <a:r>
              <a:rPr lang="en-US"/>
              <a:t>プログラミングしましょう！</a:t>
            </a:r>
            <a:endParaRPr/>
          </a:p>
        </p:txBody>
      </p:sp>
      <p:sp>
        <p:nvSpPr>
          <p:cNvPr id="205" name="Google Shape;205;p10"/>
          <p:cNvSpPr txBox="1">
            <a:spLocks noGrp="1"/>
          </p:cNvSpPr>
          <p:nvPr>
            <p:ph type="body" idx="1"/>
          </p:nvPr>
        </p:nvSpPr>
        <p:spPr>
          <a:xfrm>
            <a:off x="677333" y="2160589"/>
            <a:ext cx="9408775" cy="3320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Rekognition　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https://aws.amazon.com/jp/rekognition/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Translate サービス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3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https://aws.amazon.com/jp/translate/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紫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ワイド画面</PresentationFormat>
  <Paragraphs>33</Paragraphs>
  <Slides>8</Slides>
  <Notes>8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Noto Sans Symbols</vt:lpstr>
      <vt:lpstr>Arial</vt:lpstr>
      <vt:lpstr>Trebuchet MS</vt:lpstr>
      <vt:lpstr>ファセット</vt:lpstr>
      <vt:lpstr>クラウドAI開発</vt:lpstr>
      <vt:lpstr>PowerPoint プレゼンテーション</vt:lpstr>
      <vt:lpstr>本日の体験内容</vt:lpstr>
      <vt:lpstr>クラウドってなんでしょう？</vt:lpstr>
      <vt:lpstr>インターネット上でいろいろなサービスを提供しています！</vt:lpstr>
      <vt:lpstr>今回は！</vt:lpstr>
      <vt:lpstr>AWSでは様々なサービスを組み合わせてプログラミングできます</vt:lpstr>
      <vt:lpstr>今回はこちらのサービスを使って プログラミングしましょう！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佐々木 博幸</dc:creator>
  <cp:lastModifiedBy>佐々木 博幸</cp:lastModifiedBy>
  <cp:revision>1</cp:revision>
  <dcterms:created xsi:type="dcterms:W3CDTF">2023-06-22T23:06:24Z</dcterms:created>
  <dcterms:modified xsi:type="dcterms:W3CDTF">2026-07-24T06:21:08Z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0x01010083138C46C034624DA49515056EB3FB5E</vt:lpwstr>
  </property>
</Properties>
</file>