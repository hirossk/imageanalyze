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514600"/>
            <a:ext cx="201168" cy="1828800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10058400" cy="20116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クラウドAI開発 体験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ブラウザで動かす画像AIアプリをつくろう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制作体験コンテンツ ／ オープンキャンパス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10058400" cy="548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AWS  Rekognition ・ Translate ・ Polly ・ Bedrock（生成AI / Claude）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本日の流れ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3ステップで、クラウドとAIを「知る → 道具を知る → 体験する」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① クラウド・AIってなに？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まずは基礎知識。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クラウド・AI・生成AIの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イメージをつかもう。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② 使うAWSサービス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AIの“道具”を知る。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画像・翻訳・音声・生成AI。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何ができるの？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920240"/>
            <a:ext cx="356616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③ ブラウザで画像AIを体験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機能を1つずつ解放！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画像の認識からはじめ、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最後は生成AIまで。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レベルを少しずつ上げながら、開発の世界をのぞいてみよう。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クラウドって、なんでしょう？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18288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自分のパソコンだけで全部やるのではなく…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インターネットの向こうにある高性能なコンピュータに、処理を「お願い」する仕組み。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写真の解析・翻訳・音声づくりなど、重い処理もクラウドにおまかせできる。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0233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あなたのPC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ブラウザ・カメラ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0233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クラウド（AWS）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高性能コンピュータ / AI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4160520"/>
            <a:ext cx="2834640" cy="457200"/>
          </a:xfrm>
          <a:prstGeom prst="rightArrow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822191"/>
            <a:ext cx="283464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処理をお願い</a:t>
            </a:r>
          </a:p>
        </p:txBody>
      </p:sp>
      <p:sp>
        <p:nvSpPr>
          <p:cNvPr id="10" name="Left Arrow 9"/>
          <p:cNvSpPr/>
          <p:nvPr/>
        </p:nvSpPr>
        <p:spPr>
          <a:xfrm>
            <a:off x="4663440" y="4983480"/>
            <a:ext cx="2834640" cy="457200"/>
          </a:xfrm>
          <a:prstGeom prst="leftArrow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5468112"/>
            <a:ext cx="2834640" cy="32004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2C55E"/>
                </a:solidFill>
                <a:latin typeface="Meiryo UI"/>
                <a:ea typeface="Meiryo UI"/>
                <a:cs typeface="Meiryo UI"/>
              </a:rPr>
              <a:t>結果を受け取る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AI・生成AIって、なんでしょう？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AI（人工知能）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たくさんのデータから学んで、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見分ける・認識するAI。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例）写真から「顔」「モノ」「文字」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　　を見つける。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21208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生成AI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文章や答えを“新しく作り出す”AI。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（例：Claude）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例）質問に答える。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　　画像を読み取って説明する。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今日は「見分けるAI」と「作り出す生成AI」の両方を体験します。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今日つくって触るもの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ブラウザで動く「画像解析Webアプリ」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10972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スマホやPCのブラウザだけで動く、画像を解析するアプリです。インストール不要。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1. 撮る / 選ぶ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カメラで撮影、または画像ファイルを選ぶ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2. AIで解析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AWSのAIが画像を解析する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3. 結果を表示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画面に結果を表示（音声も！）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「機能を1つずつ解放」しながら、最後は生成AIまで進みます。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アプリの仕組み（3つの部分）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1089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フロントエンド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ブラウザ・カメラ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・HTML / CSS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926080"/>
            <a:ext cx="31089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2C55E"/>
                </a:solidFill>
                <a:latin typeface="Meiryo UI"/>
                <a:ea typeface="Meiryo UI"/>
                <a:cs typeface="Meiryo UI"/>
              </a:rPr>
              <a:t>バックエンド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サーバー（Python）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・FastAPI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・リクエストを中継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926080"/>
            <a:ext cx="31089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クラウド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AWS のAIサービス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・Rekognition ほか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・AIで解析・生成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3794760"/>
            <a:ext cx="868680" cy="548640"/>
          </a:xfrm>
          <a:prstGeom prst="rightArrow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046720" y="3794760"/>
            <a:ext cx="868680" cy="548640"/>
          </a:xfrm>
          <a:prstGeom prst="rightArrow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「フロント・バック・クラウド・AI」が全部つながって1つのアプリになります。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使うAWSサービス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AIの“道具”たち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Rekognition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画像・映像を分析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顔・モノ・文字・有名人を見つける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74519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Translate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ことばを翻訳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英語 ⇄ 日本語などを自動翻訳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22C55E"/>
                </a:solidFill>
                <a:latin typeface="Meiryo UI"/>
                <a:ea typeface="Meiryo UI"/>
                <a:cs typeface="Meiryo UI"/>
              </a:rPr>
              <a:t>Polly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音声合成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文章を自然な声に変える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8620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Bedrock（生成AI）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Claude で生成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答えを作る・画像を読み取る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ほかにも Transcribe（音声認識）、Comprehend（自然言語処理）など多数。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体験の進め方 ― 機能を1つずつ「解放」！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607040" cy="11887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最初はカメラだけ。「▶ 次の機能へ」を押すたびに、新しいAIが1つずつ使えるようになります。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ゲームのように、レベルを上げながら体験しよう。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入力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3085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物体検出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顔検出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3415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テキスト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83580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日本語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03745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6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翻訳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3910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7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有名人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44075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8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音声合成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64240" y="338328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0D0"/>
                </a:solidFill>
                <a:latin typeface="Meiryo UI"/>
                <a:ea typeface="Meiryo UI"/>
                <a:cs typeface="Meiryo UI"/>
              </a:rPr>
              <a:t>STEP 9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生成AI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この9ステップを、これから順番に体験していきます（★＝生成AI）。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体験① 画像を“理解する”AI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使うサービス：Amazon Rekognition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308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物体検出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顔検出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341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テキスト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358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日本語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374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6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翻訳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391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7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有名人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407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8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音声合成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9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生成AI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STEP1 入力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カメラで撮影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または画像を選ぶ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83464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STEP2 物体検出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写っているモノを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一覧で表示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83464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STEP3 顔検出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顔の位置・年齢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性別・感情を推定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AIが「顔」「モノ」を見つけて、画像に枠と情報を描き込みます。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体験② 文字を読む ― 生成AIの“目”が活躍！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308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物体検出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顔検出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341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テキスト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358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0D0"/>
                </a:solidFill>
                <a:latin typeface="Meiryo UI"/>
                <a:ea typeface="Meiryo UI"/>
                <a:cs typeface="Meiryo UI"/>
              </a:rPr>
              <a:t>STEP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日本語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374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6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翻訳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391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7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有名人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407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8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音声合成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9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生成AI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STEP4 テキスト検出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Rekognition で画像の文字を枠で囲む。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ただし…英数字が得意で、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日本語は苦手。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STEP5 日本語よみとり 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生成AI（Claude）が画像を“読んで”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日本語の文字を書き出す。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道具を変えると、日本語もOK！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同じ「文字を読む」でも、AIの得意・不得意で使い分ける。ここが今日のポイント。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体験③ 翻訳・有名人検出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308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物体検出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顔検出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341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テキスト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358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日本語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374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6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翻訳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391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7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有名人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407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8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音声合成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STEP 9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生成AI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2C55E"/>
                </a:solidFill>
                <a:latin typeface="Meiryo UI"/>
                <a:ea typeface="Meiryo UI"/>
                <a:cs typeface="Meiryo UI"/>
              </a:rPr>
              <a:t>STEP6 翻訳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画像の中の文字を検出して、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日本語に訳して重ねて表示。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使うサービス：Translate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STEP7 有名人検出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写っている有名人を認識して、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名前を表示する。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使うサービス：Rekognition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画像の“中身”だけでなく、“意味”まで扱えるようになってきました。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体験④ 声を出す・答えを作る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eiryo UI"/>
                <a:ea typeface="Meiryo UI"/>
                <a:cs typeface="Meiryo UI"/>
              </a:rPr>
              <a:t>生成AIの本領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1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308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2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物体検出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3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顔検出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341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4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テキスト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358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5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日本語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374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6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翻訳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391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D8E8FF"/>
                </a:solidFill>
                <a:latin typeface="Meiryo UI"/>
                <a:ea typeface="Meiryo UI"/>
                <a:cs typeface="Meiryo UI"/>
              </a:rPr>
              <a:t>STEP 7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有名人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4075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0D0"/>
                </a:solidFill>
                <a:latin typeface="Meiryo UI"/>
                <a:ea typeface="Meiryo UI"/>
                <a:cs typeface="Meiryo UI"/>
              </a:rPr>
              <a:t>STEP 8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音声合成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0" y="1600200"/>
            <a:ext cx="1097280" cy="8412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0D0"/>
                </a:solidFill>
                <a:latin typeface="Meiryo UI"/>
                <a:ea typeface="Meiryo UI"/>
                <a:cs typeface="Meiryo UI"/>
              </a:rPr>
              <a:t>STEP 9</a:t>
            </a:r>
          </a:p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生成AI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2C55E"/>
                </a:solidFill>
                <a:latin typeface="Meiryo UI"/>
                <a:ea typeface="Meiryo UI"/>
                <a:cs typeface="Meiryo UI"/>
              </a:rPr>
              <a:t>STEP8 音声合成（Polly）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入力した文章を、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自然な声に変換して再生。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STEP9 生成AI（Bedrock / Claude）★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質問すると、答えを“作って”くれる。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作った答えを音声で読み上げも！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10789920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ゴール！ 見る → 読む → 話す → 考える、までAIを体験しました。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658368"/>
          </a:xfrm>
          <a:prstGeom prst="rect">
            <a:avLst/>
          </a:prstGeom>
          <a:solidFill>
            <a:srgbClr val="19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10972800" cy="96012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698480" cy="29260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983FF"/>
                </a:solidFill>
                <a:latin typeface="Meiryo UI"/>
                <a:ea typeface="Meiryo UI"/>
                <a:cs typeface="Meiryo UI"/>
              </a:rPr>
              <a:t>今日やったこと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・ブラウザ（フロント）・サーバー（バック）・クラウド（AWS）・AI／生成AI 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・全部つないで、1つのアプリを動かしました。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・機能を1つずつ足していく ＝ プログラム開発の進め方そのもの。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63440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Meiryo UI"/>
                <a:ea typeface="Meiryo UI"/>
                <a:cs typeface="Meiryo UI"/>
              </a:rPr>
              <a:t>もっと学べる分野：フロント / バック / AI / クラウド / インフラ / 資格 / IoT / XR…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Meiryo UI"/>
                <a:ea typeface="Meiryo UI"/>
                <a:cs typeface="Meiryo UI"/>
              </a:rPr>
              <a:t>ようこそ、開発の世界へ！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